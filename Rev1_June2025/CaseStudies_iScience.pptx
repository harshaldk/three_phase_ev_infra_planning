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0" r:id="rId4"/>
    <p:sldId id="259" r:id="rId5"/>
    <p:sldId id="262" r:id="rId6"/>
    <p:sldId id="261" r:id="rId7"/>
    <p:sldId id="265" r:id="rId8"/>
    <p:sldId id="263" r:id="rId9"/>
    <p:sldId id="264" r:id="rId10"/>
    <p:sldId id="267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075679-CEF0-4316-8454-9B1754304EE5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5C245E-3CA6-463A-B5E4-9789569D2554}">
      <dgm:prSet phldrT="[Text]"/>
      <dgm:spPr/>
      <dgm:t>
        <a:bodyPr/>
        <a:lstStyle/>
        <a:p>
          <a:r>
            <a:rPr lang="en-US" dirty="0"/>
            <a:t>Expand the existing charging station</a:t>
          </a:r>
        </a:p>
      </dgm:t>
    </dgm:pt>
    <dgm:pt modelId="{B0B375EC-98F9-4226-854E-9FFD79E28BBF}" type="parTrans" cxnId="{5B7471F0-AF58-4A3B-A8D7-8CA2606899B9}">
      <dgm:prSet/>
      <dgm:spPr/>
      <dgm:t>
        <a:bodyPr/>
        <a:lstStyle/>
        <a:p>
          <a:endParaRPr lang="en-US"/>
        </a:p>
      </dgm:t>
    </dgm:pt>
    <dgm:pt modelId="{4D28A6ED-485F-428E-A6C6-FBDD33670075}" type="sibTrans" cxnId="{5B7471F0-AF58-4A3B-A8D7-8CA2606899B9}">
      <dgm:prSet/>
      <dgm:spPr/>
      <dgm:t>
        <a:bodyPr/>
        <a:lstStyle/>
        <a:p>
          <a:endParaRPr lang="en-US"/>
        </a:p>
      </dgm:t>
    </dgm:pt>
    <dgm:pt modelId="{0E1368F1-B154-43A7-9759-93C6EAF5833E}">
      <dgm:prSet phldrT="[Text]" custT="1"/>
      <dgm:spPr/>
      <dgm:t>
        <a:bodyPr/>
        <a:lstStyle/>
        <a:p>
          <a:r>
            <a:rPr lang="en-US" sz="1600" dirty="0"/>
            <a:t>Which charging station should be selected for expansion?</a:t>
          </a:r>
        </a:p>
      </dgm:t>
    </dgm:pt>
    <dgm:pt modelId="{AC15F964-51CA-4D56-8DE1-2D17F2757F15}" type="parTrans" cxnId="{0FFB5249-1614-4CE1-BCAA-E4D1641BDF1A}">
      <dgm:prSet/>
      <dgm:spPr/>
      <dgm:t>
        <a:bodyPr/>
        <a:lstStyle/>
        <a:p>
          <a:endParaRPr lang="en-US"/>
        </a:p>
      </dgm:t>
    </dgm:pt>
    <dgm:pt modelId="{4481890B-8837-4C4A-89CF-D2158C11D580}" type="sibTrans" cxnId="{0FFB5249-1614-4CE1-BCAA-E4D1641BDF1A}">
      <dgm:prSet/>
      <dgm:spPr/>
      <dgm:t>
        <a:bodyPr/>
        <a:lstStyle/>
        <a:p>
          <a:endParaRPr lang="en-US"/>
        </a:p>
      </dgm:t>
    </dgm:pt>
    <dgm:pt modelId="{60188028-166D-4075-834F-F23C059C6C0E}">
      <dgm:prSet phldrT="[Text]"/>
      <dgm:spPr/>
      <dgm:t>
        <a:bodyPr/>
        <a:lstStyle/>
        <a:p>
          <a:r>
            <a:rPr lang="en-US" dirty="0"/>
            <a:t>Introduce a new charging station</a:t>
          </a:r>
        </a:p>
      </dgm:t>
    </dgm:pt>
    <dgm:pt modelId="{52B141F6-D928-4095-9377-ECAF5D842ABC}" type="parTrans" cxnId="{918FC9C6-0AE2-47A4-AB2F-719FF7CB5142}">
      <dgm:prSet/>
      <dgm:spPr/>
      <dgm:t>
        <a:bodyPr/>
        <a:lstStyle/>
        <a:p>
          <a:endParaRPr lang="en-US"/>
        </a:p>
      </dgm:t>
    </dgm:pt>
    <dgm:pt modelId="{0683D494-86AA-47DC-A880-85F055A2CD71}" type="sibTrans" cxnId="{918FC9C6-0AE2-47A4-AB2F-719FF7CB5142}">
      <dgm:prSet/>
      <dgm:spPr/>
      <dgm:t>
        <a:bodyPr/>
        <a:lstStyle/>
        <a:p>
          <a:endParaRPr lang="en-US"/>
        </a:p>
      </dgm:t>
    </dgm:pt>
    <dgm:pt modelId="{CD0704CD-C97A-4480-A88E-2FF6648E7AF2}">
      <dgm:prSet phldrT="[Text]" custT="1"/>
      <dgm:spPr/>
      <dgm:t>
        <a:bodyPr/>
        <a:lstStyle/>
        <a:p>
          <a:r>
            <a:rPr lang="en-US" sz="1600" dirty="0"/>
            <a:t>Where should new charging stations be located?</a:t>
          </a:r>
        </a:p>
      </dgm:t>
    </dgm:pt>
    <dgm:pt modelId="{C84DAF7A-2E8B-424A-96C8-2121AB3A716A}" type="parTrans" cxnId="{1F3FC280-8BA8-46FF-9C25-602820E734AB}">
      <dgm:prSet/>
      <dgm:spPr/>
      <dgm:t>
        <a:bodyPr/>
        <a:lstStyle/>
        <a:p>
          <a:endParaRPr lang="en-US"/>
        </a:p>
      </dgm:t>
    </dgm:pt>
    <dgm:pt modelId="{D1CEC7D7-E076-414E-BFB6-7E71963F9455}" type="sibTrans" cxnId="{1F3FC280-8BA8-46FF-9C25-602820E734AB}">
      <dgm:prSet/>
      <dgm:spPr/>
      <dgm:t>
        <a:bodyPr/>
        <a:lstStyle/>
        <a:p>
          <a:endParaRPr lang="en-US"/>
        </a:p>
      </dgm:t>
    </dgm:pt>
    <dgm:pt modelId="{EB1008F5-7B2A-46DA-89C0-9C813106B19A}">
      <dgm:prSet phldrT="[Text]" custT="1"/>
      <dgm:spPr/>
      <dgm:t>
        <a:bodyPr/>
        <a:lstStyle/>
        <a:p>
          <a:r>
            <a:rPr lang="en-US" sz="1600" dirty="0"/>
            <a:t>To what capacity each selected charging station be expanded? </a:t>
          </a:r>
        </a:p>
      </dgm:t>
    </dgm:pt>
    <dgm:pt modelId="{62409237-5F73-47A7-A4A6-F217645F239C}" type="parTrans" cxnId="{926CF63A-8C2D-4C69-BEF3-DFFF1362F7D9}">
      <dgm:prSet/>
      <dgm:spPr/>
      <dgm:t>
        <a:bodyPr/>
        <a:lstStyle/>
        <a:p>
          <a:endParaRPr lang="en-US"/>
        </a:p>
      </dgm:t>
    </dgm:pt>
    <dgm:pt modelId="{B27CCFE4-13AF-44CF-86FE-5B2A99F62335}" type="sibTrans" cxnId="{926CF63A-8C2D-4C69-BEF3-DFFF1362F7D9}">
      <dgm:prSet/>
      <dgm:spPr/>
      <dgm:t>
        <a:bodyPr/>
        <a:lstStyle/>
        <a:p>
          <a:endParaRPr lang="en-US"/>
        </a:p>
      </dgm:t>
    </dgm:pt>
    <dgm:pt modelId="{54A9C086-CE82-441F-95FD-9130A075E66A}">
      <dgm:prSet phldrT="[Text]" custT="1"/>
      <dgm:spPr/>
      <dgm:t>
        <a:bodyPr/>
        <a:lstStyle/>
        <a:p>
          <a:r>
            <a:rPr lang="en-US" sz="1600" dirty="0"/>
            <a:t>What should be the capacity of each newly introduced charging station?</a:t>
          </a:r>
        </a:p>
      </dgm:t>
    </dgm:pt>
    <dgm:pt modelId="{4BE1CCC5-2C30-43BC-B906-546642BE5342}" type="sibTrans" cxnId="{71B9A010-DB44-41BE-9B62-366C08BE8CAE}">
      <dgm:prSet/>
      <dgm:spPr/>
      <dgm:t>
        <a:bodyPr/>
        <a:lstStyle/>
        <a:p>
          <a:endParaRPr lang="en-US"/>
        </a:p>
      </dgm:t>
    </dgm:pt>
    <dgm:pt modelId="{7A6C8633-3360-4AE2-AF87-9AA10A64E8D6}" type="parTrans" cxnId="{71B9A010-DB44-41BE-9B62-366C08BE8CAE}">
      <dgm:prSet/>
      <dgm:spPr/>
      <dgm:t>
        <a:bodyPr/>
        <a:lstStyle/>
        <a:p>
          <a:endParaRPr lang="en-US"/>
        </a:p>
      </dgm:t>
    </dgm:pt>
    <dgm:pt modelId="{F66A69C1-AD05-4D9C-A1F3-EB4503292B1F}" type="pres">
      <dgm:prSet presAssocID="{5E075679-CEF0-4316-8454-9B1754304EE5}" presName="Name0" presStyleCnt="0">
        <dgm:presLayoutVars>
          <dgm:dir/>
          <dgm:animLvl val="lvl"/>
          <dgm:resizeHandles/>
        </dgm:presLayoutVars>
      </dgm:prSet>
      <dgm:spPr/>
    </dgm:pt>
    <dgm:pt modelId="{6D268199-2DA3-4980-B6C6-A86C658E6AB8}" type="pres">
      <dgm:prSet presAssocID="{1E5C245E-3CA6-463A-B5E4-9789569D2554}" presName="linNode" presStyleCnt="0"/>
      <dgm:spPr/>
    </dgm:pt>
    <dgm:pt modelId="{82DB5671-DB2A-4965-8E94-0B6375D77F08}" type="pres">
      <dgm:prSet presAssocID="{1E5C245E-3CA6-463A-B5E4-9789569D2554}" presName="parentShp" presStyleLbl="node1" presStyleIdx="0" presStyleCnt="2" custScaleX="60233" custScaleY="77073">
        <dgm:presLayoutVars>
          <dgm:bulletEnabled val="1"/>
        </dgm:presLayoutVars>
      </dgm:prSet>
      <dgm:spPr/>
    </dgm:pt>
    <dgm:pt modelId="{D467C4E0-6992-438B-A414-D355DDFCF12D}" type="pres">
      <dgm:prSet presAssocID="{1E5C245E-3CA6-463A-B5E4-9789569D2554}" presName="childShp" presStyleLbl="bgAccFollowNode1" presStyleIdx="0" presStyleCnt="2" custScaleX="109977">
        <dgm:presLayoutVars>
          <dgm:bulletEnabled val="1"/>
        </dgm:presLayoutVars>
      </dgm:prSet>
      <dgm:spPr/>
    </dgm:pt>
    <dgm:pt modelId="{5C5634A4-A6F5-4224-9F6E-54F0D5015A04}" type="pres">
      <dgm:prSet presAssocID="{4D28A6ED-485F-428E-A6C6-FBDD33670075}" presName="spacing" presStyleCnt="0"/>
      <dgm:spPr/>
    </dgm:pt>
    <dgm:pt modelId="{C3F0120B-84E7-4736-85A2-E3001BB00D35}" type="pres">
      <dgm:prSet presAssocID="{60188028-166D-4075-834F-F23C059C6C0E}" presName="linNode" presStyleCnt="0"/>
      <dgm:spPr/>
    </dgm:pt>
    <dgm:pt modelId="{A94E3AA1-E99C-46B1-A036-A8D86D62A0AC}" type="pres">
      <dgm:prSet presAssocID="{60188028-166D-4075-834F-F23C059C6C0E}" presName="parentShp" presStyleLbl="node1" presStyleIdx="1" presStyleCnt="2" custScaleX="60233" custScaleY="75552">
        <dgm:presLayoutVars>
          <dgm:bulletEnabled val="1"/>
        </dgm:presLayoutVars>
      </dgm:prSet>
      <dgm:spPr/>
    </dgm:pt>
    <dgm:pt modelId="{230DF742-0E00-4164-AF23-481E0FDD2E40}" type="pres">
      <dgm:prSet presAssocID="{60188028-166D-4075-834F-F23C059C6C0E}" presName="childShp" presStyleLbl="bgAccFollowNode1" presStyleIdx="1" presStyleCnt="2" custScaleX="110667">
        <dgm:presLayoutVars>
          <dgm:bulletEnabled val="1"/>
        </dgm:presLayoutVars>
      </dgm:prSet>
      <dgm:spPr/>
    </dgm:pt>
  </dgm:ptLst>
  <dgm:cxnLst>
    <dgm:cxn modelId="{71B9A010-DB44-41BE-9B62-366C08BE8CAE}" srcId="{60188028-166D-4075-834F-F23C059C6C0E}" destId="{54A9C086-CE82-441F-95FD-9130A075E66A}" srcOrd="1" destOrd="0" parTransId="{7A6C8633-3360-4AE2-AF87-9AA10A64E8D6}" sibTransId="{4BE1CCC5-2C30-43BC-B906-546642BE5342}"/>
    <dgm:cxn modelId="{926CF63A-8C2D-4C69-BEF3-DFFF1362F7D9}" srcId="{1E5C245E-3CA6-463A-B5E4-9789569D2554}" destId="{EB1008F5-7B2A-46DA-89C0-9C813106B19A}" srcOrd="1" destOrd="0" parTransId="{62409237-5F73-47A7-A4A6-F217645F239C}" sibTransId="{B27CCFE4-13AF-44CF-86FE-5B2A99F62335}"/>
    <dgm:cxn modelId="{5413CA5D-50BF-4AE1-9EBB-7835004207BE}" type="presOf" srcId="{1E5C245E-3CA6-463A-B5E4-9789569D2554}" destId="{82DB5671-DB2A-4965-8E94-0B6375D77F08}" srcOrd="0" destOrd="0" presId="urn:microsoft.com/office/officeart/2005/8/layout/vList6"/>
    <dgm:cxn modelId="{4C3BC363-796E-400A-A795-AFD1A1A8BC3A}" type="presOf" srcId="{EB1008F5-7B2A-46DA-89C0-9C813106B19A}" destId="{D467C4E0-6992-438B-A414-D355DDFCF12D}" srcOrd="0" destOrd="1" presId="urn:microsoft.com/office/officeart/2005/8/layout/vList6"/>
    <dgm:cxn modelId="{0FFB5249-1614-4CE1-BCAA-E4D1641BDF1A}" srcId="{1E5C245E-3CA6-463A-B5E4-9789569D2554}" destId="{0E1368F1-B154-43A7-9759-93C6EAF5833E}" srcOrd="0" destOrd="0" parTransId="{AC15F964-51CA-4D56-8DE1-2D17F2757F15}" sibTransId="{4481890B-8837-4C4A-89CF-D2158C11D580}"/>
    <dgm:cxn modelId="{C8516E4C-83B1-428B-AF87-CCBD417DF95F}" type="presOf" srcId="{5E075679-CEF0-4316-8454-9B1754304EE5}" destId="{F66A69C1-AD05-4D9C-A1F3-EB4503292B1F}" srcOrd="0" destOrd="0" presId="urn:microsoft.com/office/officeart/2005/8/layout/vList6"/>
    <dgm:cxn modelId="{8ECEF252-EFA2-4B47-B263-352E7FFDE858}" type="presOf" srcId="{54A9C086-CE82-441F-95FD-9130A075E66A}" destId="{230DF742-0E00-4164-AF23-481E0FDD2E40}" srcOrd="0" destOrd="1" presId="urn:microsoft.com/office/officeart/2005/8/layout/vList6"/>
    <dgm:cxn modelId="{1F3FC280-8BA8-46FF-9C25-602820E734AB}" srcId="{60188028-166D-4075-834F-F23C059C6C0E}" destId="{CD0704CD-C97A-4480-A88E-2FF6648E7AF2}" srcOrd="0" destOrd="0" parTransId="{C84DAF7A-2E8B-424A-96C8-2121AB3A716A}" sibTransId="{D1CEC7D7-E076-414E-BFB6-7E71963F9455}"/>
    <dgm:cxn modelId="{4BA827B3-4CC8-4FCF-92B9-8FDC3DFFDA45}" type="presOf" srcId="{CD0704CD-C97A-4480-A88E-2FF6648E7AF2}" destId="{230DF742-0E00-4164-AF23-481E0FDD2E40}" srcOrd="0" destOrd="0" presId="urn:microsoft.com/office/officeart/2005/8/layout/vList6"/>
    <dgm:cxn modelId="{FD9C37BF-9F44-4E77-BF27-7470C77B6E6F}" type="presOf" srcId="{0E1368F1-B154-43A7-9759-93C6EAF5833E}" destId="{D467C4E0-6992-438B-A414-D355DDFCF12D}" srcOrd="0" destOrd="0" presId="urn:microsoft.com/office/officeart/2005/8/layout/vList6"/>
    <dgm:cxn modelId="{918FC9C6-0AE2-47A4-AB2F-719FF7CB5142}" srcId="{5E075679-CEF0-4316-8454-9B1754304EE5}" destId="{60188028-166D-4075-834F-F23C059C6C0E}" srcOrd="1" destOrd="0" parTransId="{52B141F6-D928-4095-9377-ECAF5D842ABC}" sibTransId="{0683D494-86AA-47DC-A880-85F055A2CD71}"/>
    <dgm:cxn modelId="{5B7471F0-AF58-4A3B-A8D7-8CA2606899B9}" srcId="{5E075679-CEF0-4316-8454-9B1754304EE5}" destId="{1E5C245E-3CA6-463A-B5E4-9789569D2554}" srcOrd="0" destOrd="0" parTransId="{B0B375EC-98F9-4226-854E-9FFD79E28BBF}" sibTransId="{4D28A6ED-485F-428E-A6C6-FBDD33670075}"/>
    <dgm:cxn modelId="{9FF3F7FB-E394-4A69-8478-36358D7EDC86}" type="presOf" srcId="{60188028-166D-4075-834F-F23C059C6C0E}" destId="{A94E3AA1-E99C-46B1-A036-A8D86D62A0AC}" srcOrd="0" destOrd="0" presId="urn:microsoft.com/office/officeart/2005/8/layout/vList6"/>
    <dgm:cxn modelId="{23A42052-2EA2-4118-BBB9-C10D582482E5}" type="presParOf" srcId="{F66A69C1-AD05-4D9C-A1F3-EB4503292B1F}" destId="{6D268199-2DA3-4980-B6C6-A86C658E6AB8}" srcOrd="0" destOrd="0" presId="urn:microsoft.com/office/officeart/2005/8/layout/vList6"/>
    <dgm:cxn modelId="{414B6FEA-E15C-4D4C-BD6E-FFF7A4CE3310}" type="presParOf" srcId="{6D268199-2DA3-4980-B6C6-A86C658E6AB8}" destId="{82DB5671-DB2A-4965-8E94-0B6375D77F08}" srcOrd="0" destOrd="0" presId="urn:microsoft.com/office/officeart/2005/8/layout/vList6"/>
    <dgm:cxn modelId="{242C3D77-3735-4B34-99B4-54FEA68C3B5F}" type="presParOf" srcId="{6D268199-2DA3-4980-B6C6-A86C658E6AB8}" destId="{D467C4E0-6992-438B-A414-D355DDFCF12D}" srcOrd="1" destOrd="0" presId="urn:microsoft.com/office/officeart/2005/8/layout/vList6"/>
    <dgm:cxn modelId="{C52A5687-A1CB-486C-998D-1E75CB74EE8A}" type="presParOf" srcId="{F66A69C1-AD05-4D9C-A1F3-EB4503292B1F}" destId="{5C5634A4-A6F5-4224-9F6E-54F0D5015A04}" srcOrd="1" destOrd="0" presId="urn:microsoft.com/office/officeart/2005/8/layout/vList6"/>
    <dgm:cxn modelId="{81654969-7AAC-45D7-9059-B60785D64587}" type="presParOf" srcId="{F66A69C1-AD05-4D9C-A1F3-EB4503292B1F}" destId="{C3F0120B-84E7-4736-85A2-E3001BB00D35}" srcOrd="2" destOrd="0" presId="urn:microsoft.com/office/officeart/2005/8/layout/vList6"/>
    <dgm:cxn modelId="{24A11701-EB6B-4EA2-B828-3E5F28530951}" type="presParOf" srcId="{C3F0120B-84E7-4736-85A2-E3001BB00D35}" destId="{A94E3AA1-E99C-46B1-A036-A8D86D62A0AC}" srcOrd="0" destOrd="0" presId="urn:microsoft.com/office/officeart/2005/8/layout/vList6"/>
    <dgm:cxn modelId="{93811AAC-BA8D-4C0D-B54A-F8F87482B5D5}" type="presParOf" srcId="{C3F0120B-84E7-4736-85A2-E3001BB00D35}" destId="{230DF742-0E00-4164-AF23-481E0FDD2E4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075679-CEF0-4316-8454-9B1754304EE5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5C245E-3CA6-463A-B5E4-9789569D2554}">
      <dgm:prSet phldrT="[Text]"/>
      <dgm:spPr/>
      <dgm:t>
        <a:bodyPr/>
        <a:lstStyle/>
        <a:p>
          <a:r>
            <a:rPr lang="en-US" dirty="0"/>
            <a:t>Expand the existing charging station</a:t>
          </a:r>
        </a:p>
      </dgm:t>
    </dgm:pt>
    <dgm:pt modelId="{B0B375EC-98F9-4226-854E-9FFD79E28BBF}" type="parTrans" cxnId="{5B7471F0-AF58-4A3B-A8D7-8CA2606899B9}">
      <dgm:prSet/>
      <dgm:spPr/>
      <dgm:t>
        <a:bodyPr/>
        <a:lstStyle/>
        <a:p>
          <a:endParaRPr lang="en-US"/>
        </a:p>
      </dgm:t>
    </dgm:pt>
    <dgm:pt modelId="{4D28A6ED-485F-428E-A6C6-FBDD33670075}" type="sibTrans" cxnId="{5B7471F0-AF58-4A3B-A8D7-8CA2606899B9}">
      <dgm:prSet/>
      <dgm:spPr/>
      <dgm:t>
        <a:bodyPr/>
        <a:lstStyle/>
        <a:p>
          <a:endParaRPr lang="en-US"/>
        </a:p>
      </dgm:t>
    </dgm:pt>
    <dgm:pt modelId="{0E1368F1-B154-43A7-9759-93C6EAF5833E}">
      <dgm:prSet phldrT="[Text]" custT="1"/>
      <dgm:spPr/>
      <dgm:t>
        <a:bodyPr/>
        <a:lstStyle/>
        <a:p>
          <a:r>
            <a:rPr lang="en-US" sz="1600" dirty="0"/>
            <a:t>Which charging station should be selected for expansion?</a:t>
          </a:r>
        </a:p>
      </dgm:t>
    </dgm:pt>
    <dgm:pt modelId="{AC15F964-51CA-4D56-8DE1-2D17F2757F15}" type="parTrans" cxnId="{0FFB5249-1614-4CE1-BCAA-E4D1641BDF1A}">
      <dgm:prSet/>
      <dgm:spPr/>
      <dgm:t>
        <a:bodyPr/>
        <a:lstStyle/>
        <a:p>
          <a:endParaRPr lang="en-US"/>
        </a:p>
      </dgm:t>
    </dgm:pt>
    <dgm:pt modelId="{4481890B-8837-4C4A-89CF-D2158C11D580}" type="sibTrans" cxnId="{0FFB5249-1614-4CE1-BCAA-E4D1641BDF1A}">
      <dgm:prSet/>
      <dgm:spPr/>
      <dgm:t>
        <a:bodyPr/>
        <a:lstStyle/>
        <a:p>
          <a:endParaRPr lang="en-US"/>
        </a:p>
      </dgm:t>
    </dgm:pt>
    <dgm:pt modelId="{60188028-166D-4075-834F-F23C059C6C0E}">
      <dgm:prSet phldrT="[Text]"/>
      <dgm:spPr/>
      <dgm:t>
        <a:bodyPr/>
        <a:lstStyle/>
        <a:p>
          <a:r>
            <a:rPr lang="en-US" dirty="0"/>
            <a:t>Introduce a new charging station</a:t>
          </a:r>
        </a:p>
      </dgm:t>
    </dgm:pt>
    <dgm:pt modelId="{52B141F6-D928-4095-9377-ECAF5D842ABC}" type="parTrans" cxnId="{918FC9C6-0AE2-47A4-AB2F-719FF7CB5142}">
      <dgm:prSet/>
      <dgm:spPr/>
      <dgm:t>
        <a:bodyPr/>
        <a:lstStyle/>
        <a:p>
          <a:endParaRPr lang="en-US"/>
        </a:p>
      </dgm:t>
    </dgm:pt>
    <dgm:pt modelId="{0683D494-86AA-47DC-A880-85F055A2CD71}" type="sibTrans" cxnId="{918FC9C6-0AE2-47A4-AB2F-719FF7CB5142}">
      <dgm:prSet/>
      <dgm:spPr/>
      <dgm:t>
        <a:bodyPr/>
        <a:lstStyle/>
        <a:p>
          <a:endParaRPr lang="en-US"/>
        </a:p>
      </dgm:t>
    </dgm:pt>
    <dgm:pt modelId="{CD0704CD-C97A-4480-A88E-2FF6648E7AF2}">
      <dgm:prSet phldrT="[Text]" custT="1"/>
      <dgm:spPr/>
      <dgm:t>
        <a:bodyPr/>
        <a:lstStyle/>
        <a:p>
          <a:r>
            <a:rPr lang="en-US" sz="1600" dirty="0"/>
            <a:t>Where should new charging stations be located?</a:t>
          </a:r>
        </a:p>
      </dgm:t>
    </dgm:pt>
    <dgm:pt modelId="{C84DAF7A-2E8B-424A-96C8-2121AB3A716A}" type="parTrans" cxnId="{1F3FC280-8BA8-46FF-9C25-602820E734AB}">
      <dgm:prSet/>
      <dgm:spPr/>
      <dgm:t>
        <a:bodyPr/>
        <a:lstStyle/>
        <a:p>
          <a:endParaRPr lang="en-US"/>
        </a:p>
      </dgm:t>
    </dgm:pt>
    <dgm:pt modelId="{D1CEC7D7-E076-414E-BFB6-7E71963F9455}" type="sibTrans" cxnId="{1F3FC280-8BA8-46FF-9C25-602820E734AB}">
      <dgm:prSet/>
      <dgm:spPr/>
      <dgm:t>
        <a:bodyPr/>
        <a:lstStyle/>
        <a:p>
          <a:endParaRPr lang="en-US"/>
        </a:p>
      </dgm:t>
    </dgm:pt>
    <dgm:pt modelId="{EB1008F5-7B2A-46DA-89C0-9C813106B19A}">
      <dgm:prSet phldrT="[Text]" custT="1"/>
      <dgm:spPr/>
      <dgm:t>
        <a:bodyPr/>
        <a:lstStyle/>
        <a:p>
          <a:r>
            <a:rPr lang="en-US" sz="1600" dirty="0"/>
            <a:t>To what capacity each selected charging station be expanded? </a:t>
          </a:r>
        </a:p>
      </dgm:t>
    </dgm:pt>
    <dgm:pt modelId="{62409237-5F73-47A7-A4A6-F217645F239C}" type="parTrans" cxnId="{926CF63A-8C2D-4C69-BEF3-DFFF1362F7D9}">
      <dgm:prSet/>
      <dgm:spPr/>
      <dgm:t>
        <a:bodyPr/>
        <a:lstStyle/>
        <a:p>
          <a:endParaRPr lang="en-US"/>
        </a:p>
      </dgm:t>
    </dgm:pt>
    <dgm:pt modelId="{B27CCFE4-13AF-44CF-86FE-5B2A99F62335}" type="sibTrans" cxnId="{926CF63A-8C2D-4C69-BEF3-DFFF1362F7D9}">
      <dgm:prSet/>
      <dgm:spPr/>
      <dgm:t>
        <a:bodyPr/>
        <a:lstStyle/>
        <a:p>
          <a:endParaRPr lang="en-US"/>
        </a:p>
      </dgm:t>
    </dgm:pt>
    <dgm:pt modelId="{54A9C086-CE82-441F-95FD-9130A075E66A}">
      <dgm:prSet phldrT="[Text]" custT="1"/>
      <dgm:spPr/>
      <dgm:t>
        <a:bodyPr/>
        <a:lstStyle/>
        <a:p>
          <a:r>
            <a:rPr lang="en-US" sz="1600" dirty="0"/>
            <a:t>What should be the capacity of each newly introduced charging station?</a:t>
          </a:r>
        </a:p>
      </dgm:t>
    </dgm:pt>
    <dgm:pt modelId="{4BE1CCC5-2C30-43BC-B906-546642BE5342}" type="sibTrans" cxnId="{71B9A010-DB44-41BE-9B62-366C08BE8CAE}">
      <dgm:prSet/>
      <dgm:spPr/>
      <dgm:t>
        <a:bodyPr/>
        <a:lstStyle/>
        <a:p>
          <a:endParaRPr lang="en-US"/>
        </a:p>
      </dgm:t>
    </dgm:pt>
    <dgm:pt modelId="{7A6C8633-3360-4AE2-AF87-9AA10A64E8D6}" type="parTrans" cxnId="{71B9A010-DB44-41BE-9B62-366C08BE8CAE}">
      <dgm:prSet/>
      <dgm:spPr/>
      <dgm:t>
        <a:bodyPr/>
        <a:lstStyle/>
        <a:p>
          <a:endParaRPr lang="en-US"/>
        </a:p>
      </dgm:t>
    </dgm:pt>
    <dgm:pt modelId="{F66A69C1-AD05-4D9C-A1F3-EB4503292B1F}" type="pres">
      <dgm:prSet presAssocID="{5E075679-CEF0-4316-8454-9B1754304EE5}" presName="Name0" presStyleCnt="0">
        <dgm:presLayoutVars>
          <dgm:dir/>
          <dgm:animLvl val="lvl"/>
          <dgm:resizeHandles/>
        </dgm:presLayoutVars>
      </dgm:prSet>
      <dgm:spPr/>
    </dgm:pt>
    <dgm:pt modelId="{6D268199-2DA3-4980-B6C6-A86C658E6AB8}" type="pres">
      <dgm:prSet presAssocID="{1E5C245E-3CA6-463A-B5E4-9789569D2554}" presName="linNode" presStyleCnt="0"/>
      <dgm:spPr/>
    </dgm:pt>
    <dgm:pt modelId="{82DB5671-DB2A-4965-8E94-0B6375D77F08}" type="pres">
      <dgm:prSet presAssocID="{1E5C245E-3CA6-463A-B5E4-9789569D2554}" presName="parentShp" presStyleLbl="node1" presStyleIdx="0" presStyleCnt="2" custScaleX="60233" custScaleY="77073">
        <dgm:presLayoutVars>
          <dgm:bulletEnabled val="1"/>
        </dgm:presLayoutVars>
      </dgm:prSet>
      <dgm:spPr/>
    </dgm:pt>
    <dgm:pt modelId="{D467C4E0-6992-438B-A414-D355DDFCF12D}" type="pres">
      <dgm:prSet presAssocID="{1E5C245E-3CA6-463A-B5E4-9789569D2554}" presName="childShp" presStyleLbl="bgAccFollowNode1" presStyleIdx="0" presStyleCnt="2" custScaleX="109977">
        <dgm:presLayoutVars>
          <dgm:bulletEnabled val="1"/>
        </dgm:presLayoutVars>
      </dgm:prSet>
      <dgm:spPr/>
    </dgm:pt>
    <dgm:pt modelId="{5C5634A4-A6F5-4224-9F6E-54F0D5015A04}" type="pres">
      <dgm:prSet presAssocID="{4D28A6ED-485F-428E-A6C6-FBDD33670075}" presName="spacing" presStyleCnt="0"/>
      <dgm:spPr/>
    </dgm:pt>
    <dgm:pt modelId="{C3F0120B-84E7-4736-85A2-E3001BB00D35}" type="pres">
      <dgm:prSet presAssocID="{60188028-166D-4075-834F-F23C059C6C0E}" presName="linNode" presStyleCnt="0"/>
      <dgm:spPr/>
    </dgm:pt>
    <dgm:pt modelId="{A94E3AA1-E99C-46B1-A036-A8D86D62A0AC}" type="pres">
      <dgm:prSet presAssocID="{60188028-166D-4075-834F-F23C059C6C0E}" presName="parentShp" presStyleLbl="node1" presStyleIdx="1" presStyleCnt="2" custScaleX="60233" custScaleY="75552">
        <dgm:presLayoutVars>
          <dgm:bulletEnabled val="1"/>
        </dgm:presLayoutVars>
      </dgm:prSet>
      <dgm:spPr/>
    </dgm:pt>
    <dgm:pt modelId="{230DF742-0E00-4164-AF23-481E0FDD2E40}" type="pres">
      <dgm:prSet presAssocID="{60188028-166D-4075-834F-F23C059C6C0E}" presName="childShp" presStyleLbl="bgAccFollowNode1" presStyleIdx="1" presStyleCnt="2" custScaleX="110667">
        <dgm:presLayoutVars>
          <dgm:bulletEnabled val="1"/>
        </dgm:presLayoutVars>
      </dgm:prSet>
      <dgm:spPr/>
    </dgm:pt>
  </dgm:ptLst>
  <dgm:cxnLst>
    <dgm:cxn modelId="{71B9A010-DB44-41BE-9B62-366C08BE8CAE}" srcId="{60188028-166D-4075-834F-F23C059C6C0E}" destId="{54A9C086-CE82-441F-95FD-9130A075E66A}" srcOrd="1" destOrd="0" parTransId="{7A6C8633-3360-4AE2-AF87-9AA10A64E8D6}" sibTransId="{4BE1CCC5-2C30-43BC-B906-546642BE5342}"/>
    <dgm:cxn modelId="{926CF63A-8C2D-4C69-BEF3-DFFF1362F7D9}" srcId="{1E5C245E-3CA6-463A-B5E4-9789569D2554}" destId="{EB1008F5-7B2A-46DA-89C0-9C813106B19A}" srcOrd="1" destOrd="0" parTransId="{62409237-5F73-47A7-A4A6-F217645F239C}" sibTransId="{B27CCFE4-13AF-44CF-86FE-5B2A99F62335}"/>
    <dgm:cxn modelId="{5413CA5D-50BF-4AE1-9EBB-7835004207BE}" type="presOf" srcId="{1E5C245E-3CA6-463A-B5E4-9789569D2554}" destId="{82DB5671-DB2A-4965-8E94-0B6375D77F08}" srcOrd="0" destOrd="0" presId="urn:microsoft.com/office/officeart/2005/8/layout/vList6"/>
    <dgm:cxn modelId="{4C3BC363-796E-400A-A795-AFD1A1A8BC3A}" type="presOf" srcId="{EB1008F5-7B2A-46DA-89C0-9C813106B19A}" destId="{D467C4E0-6992-438B-A414-D355DDFCF12D}" srcOrd="0" destOrd="1" presId="urn:microsoft.com/office/officeart/2005/8/layout/vList6"/>
    <dgm:cxn modelId="{0FFB5249-1614-4CE1-BCAA-E4D1641BDF1A}" srcId="{1E5C245E-3CA6-463A-B5E4-9789569D2554}" destId="{0E1368F1-B154-43A7-9759-93C6EAF5833E}" srcOrd="0" destOrd="0" parTransId="{AC15F964-51CA-4D56-8DE1-2D17F2757F15}" sibTransId="{4481890B-8837-4C4A-89CF-D2158C11D580}"/>
    <dgm:cxn modelId="{C8516E4C-83B1-428B-AF87-CCBD417DF95F}" type="presOf" srcId="{5E075679-CEF0-4316-8454-9B1754304EE5}" destId="{F66A69C1-AD05-4D9C-A1F3-EB4503292B1F}" srcOrd="0" destOrd="0" presId="urn:microsoft.com/office/officeart/2005/8/layout/vList6"/>
    <dgm:cxn modelId="{8ECEF252-EFA2-4B47-B263-352E7FFDE858}" type="presOf" srcId="{54A9C086-CE82-441F-95FD-9130A075E66A}" destId="{230DF742-0E00-4164-AF23-481E0FDD2E40}" srcOrd="0" destOrd="1" presId="urn:microsoft.com/office/officeart/2005/8/layout/vList6"/>
    <dgm:cxn modelId="{1F3FC280-8BA8-46FF-9C25-602820E734AB}" srcId="{60188028-166D-4075-834F-F23C059C6C0E}" destId="{CD0704CD-C97A-4480-A88E-2FF6648E7AF2}" srcOrd="0" destOrd="0" parTransId="{C84DAF7A-2E8B-424A-96C8-2121AB3A716A}" sibTransId="{D1CEC7D7-E076-414E-BFB6-7E71963F9455}"/>
    <dgm:cxn modelId="{4BA827B3-4CC8-4FCF-92B9-8FDC3DFFDA45}" type="presOf" srcId="{CD0704CD-C97A-4480-A88E-2FF6648E7AF2}" destId="{230DF742-0E00-4164-AF23-481E0FDD2E40}" srcOrd="0" destOrd="0" presId="urn:microsoft.com/office/officeart/2005/8/layout/vList6"/>
    <dgm:cxn modelId="{FD9C37BF-9F44-4E77-BF27-7470C77B6E6F}" type="presOf" srcId="{0E1368F1-B154-43A7-9759-93C6EAF5833E}" destId="{D467C4E0-6992-438B-A414-D355DDFCF12D}" srcOrd="0" destOrd="0" presId="urn:microsoft.com/office/officeart/2005/8/layout/vList6"/>
    <dgm:cxn modelId="{918FC9C6-0AE2-47A4-AB2F-719FF7CB5142}" srcId="{5E075679-CEF0-4316-8454-9B1754304EE5}" destId="{60188028-166D-4075-834F-F23C059C6C0E}" srcOrd="1" destOrd="0" parTransId="{52B141F6-D928-4095-9377-ECAF5D842ABC}" sibTransId="{0683D494-86AA-47DC-A880-85F055A2CD71}"/>
    <dgm:cxn modelId="{5B7471F0-AF58-4A3B-A8D7-8CA2606899B9}" srcId="{5E075679-CEF0-4316-8454-9B1754304EE5}" destId="{1E5C245E-3CA6-463A-B5E4-9789569D2554}" srcOrd="0" destOrd="0" parTransId="{B0B375EC-98F9-4226-854E-9FFD79E28BBF}" sibTransId="{4D28A6ED-485F-428E-A6C6-FBDD33670075}"/>
    <dgm:cxn modelId="{9FF3F7FB-E394-4A69-8478-36358D7EDC86}" type="presOf" srcId="{60188028-166D-4075-834F-F23C059C6C0E}" destId="{A94E3AA1-E99C-46B1-A036-A8D86D62A0AC}" srcOrd="0" destOrd="0" presId="urn:microsoft.com/office/officeart/2005/8/layout/vList6"/>
    <dgm:cxn modelId="{23A42052-2EA2-4118-BBB9-C10D582482E5}" type="presParOf" srcId="{F66A69C1-AD05-4D9C-A1F3-EB4503292B1F}" destId="{6D268199-2DA3-4980-B6C6-A86C658E6AB8}" srcOrd="0" destOrd="0" presId="urn:microsoft.com/office/officeart/2005/8/layout/vList6"/>
    <dgm:cxn modelId="{414B6FEA-E15C-4D4C-BD6E-FFF7A4CE3310}" type="presParOf" srcId="{6D268199-2DA3-4980-B6C6-A86C658E6AB8}" destId="{82DB5671-DB2A-4965-8E94-0B6375D77F08}" srcOrd="0" destOrd="0" presId="urn:microsoft.com/office/officeart/2005/8/layout/vList6"/>
    <dgm:cxn modelId="{242C3D77-3735-4B34-99B4-54FEA68C3B5F}" type="presParOf" srcId="{6D268199-2DA3-4980-B6C6-A86C658E6AB8}" destId="{D467C4E0-6992-438B-A414-D355DDFCF12D}" srcOrd="1" destOrd="0" presId="urn:microsoft.com/office/officeart/2005/8/layout/vList6"/>
    <dgm:cxn modelId="{C52A5687-A1CB-486C-998D-1E75CB74EE8A}" type="presParOf" srcId="{F66A69C1-AD05-4D9C-A1F3-EB4503292B1F}" destId="{5C5634A4-A6F5-4224-9F6E-54F0D5015A04}" srcOrd="1" destOrd="0" presId="urn:microsoft.com/office/officeart/2005/8/layout/vList6"/>
    <dgm:cxn modelId="{81654969-7AAC-45D7-9059-B60785D64587}" type="presParOf" srcId="{F66A69C1-AD05-4D9C-A1F3-EB4503292B1F}" destId="{C3F0120B-84E7-4736-85A2-E3001BB00D35}" srcOrd="2" destOrd="0" presId="urn:microsoft.com/office/officeart/2005/8/layout/vList6"/>
    <dgm:cxn modelId="{24A11701-EB6B-4EA2-B828-3E5F28530951}" type="presParOf" srcId="{C3F0120B-84E7-4736-85A2-E3001BB00D35}" destId="{A94E3AA1-E99C-46B1-A036-A8D86D62A0AC}" srcOrd="0" destOrd="0" presId="urn:microsoft.com/office/officeart/2005/8/layout/vList6"/>
    <dgm:cxn modelId="{93811AAC-BA8D-4C0D-B54A-F8F87482B5D5}" type="presParOf" srcId="{C3F0120B-84E7-4736-85A2-E3001BB00D35}" destId="{230DF742-0E00-4164-AF23-481E0FDD2E4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67C4E0-6992-438B-A414-D355DDFCF12D}">
      <dsp:nvSpPr>
        <dsp:cNvPr id="0" name=""/>
        <dsp:cNvSpPr/>
      </dsp:nvSpPr>
      <dsp:spPr>
        <a:xfrm>
          <a:off x="1587683" y="424"/>
          <a:ext cx="3605940" cy="165451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Which charging station should be selected for expansion?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To what capacity each selected charging station be expanded? </a:t>
          </a:r>
        </a:p>
      </dsp:txBody>
      <dsp:txXfrm>
        <a:off x="1587683" y="207238"/>
        <a:ext cx="2985497" cy="1240887"/>
      </dsp:txXfrm>
    </dsp:sp>
    <dsp:sp modelId="{82DB5671-DB2A-4965-8E94-0B6375D77F08}">
      <dsp:nvSpPr>
        <dsp:cNvPr id="0" name=""/>
        <dsp:cNvSpPr/>
      </dsp:nvSpPr>
      <dsp:spPr>
        <a:xfrm>
          <a:off x="271064" y="190089"/>
          <a:ext cx="1316618" cy="12751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Expand the existing charging station</a:t>
          </a:r>
        </a:p>
      </dsp:txBody>
      <dsp:txXfrm>
        <a:off x="333313" y="252338"/>
        <a:ext cx="1192120" cy="1150686"/>
      </dsp:txXfrm>
    </dsp:sp>
    <dsp:sp modelId="{230DF742-0E00-4164-AF23-481E0FDD2E40}">
      <dsp:nvSpPr>
        <dsp:cNvPr id="0" name=""/>
        <dsp:cNvSpPr/>
      </dsp:nvSpPr>
      <dsp:spPr>
        <a:xfrm>
          <a:off x="1576371" y="1820391"/>
          <a:ext cx="3628564" cy="165451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Where should new charging stations be located?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What should be the capacity of each newly introduced charging station?</a:t>
          </a:r>
        </a:p>
      </dsp:txBody>
      <dsp:txXfrm>
        <a:off x="1576371" y="2027205"/>
        <a:ext cx="3008121" cy="1240887"/>
      </dsp:txXfrm>
    </dsp:sp>
    <dsp:sp modelId="{A94E3AA1-E99C-46B1-A036-A8D86D62A0AC}">
      <dsp:nvSpPr>
        <dsp:cNvPr id="0" name=""/>
        <dsp:cNvSpPr/>
      </dsp:nvSpPr>
      <dsp:spPr>
        <a:xfrm>
          <a:off x="259753" y="2022639"/>
          <a:ext cx="1316618" cy="12500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Introduce a new charging station</a:t>
          </a:r>
        </a:p>
      </dsp:txBody>
      <dsp:txXfrm>
        <a:off x="320774" y="2083660"/>
        <a:ext cx="1194576" cy="11279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67C4E0-6992-438B-A414-D355DDFCF12D}">
      <dsp:nvSpPr>
        <dsp:cNvPr id="0" name=""/>
        <dsp:cNvSpPr/>
      </dsp:nvSpPr>
      <dsp:spPr>
        <a:xfrm>
          <a:off x="1587683" y="424"/>
          <a:ext cx="3605941" cy="165451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Which charging station should be selected for expansion?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To what capacity each selected charging station be expanded? </a:t>
          </a:r>
        </a:p>
      </dsp:txBody>
      <dsp:txXfrm>
        <a:off x="1587683" y="207238"/>
        <a:ext cx="2985498" cy="1240887"/>
      </dsp:txXfrm>
    </dsp:sp>
    <dsp:sp modelId="{82DB5671-DB2A-4965-8E94-0B6375D77F08}">
      <dsp:nvSpPr>
        <dsp:cNvPr id="0" name=""/>
        <dsp:cNvSpPr/>
      </dsp:nvSpPr>
      <dsp:spPr>
        <a:xfrm>
          <a:off x="271065" y="190089"/>
          <a:ext cx="1316618" cy="12751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Expand the existing charging station</a:t>
          </a:r>
        </a:p>
      </dsp:txBody>
      <dsp:txXfrm>
        <a:off x="333314" y="252338"/>
        <a:ext cx="1192120" cy="1150687"/>
      </dsp:txXfrm>
    </dsp:sp>
    <dsp:sp modelId="{230DF742-0E00-4164-AF23-481E0FDD2E40}">
      <dsp:nvSpPr>
        <dsp:cNvPr id="0" name=""/>
        <dsp:cNvSpPr/>
      </dsp:nvSpPr>
      <dsp:spPr>
        <a:xfrm>
          <a:off x="1576371" y="1820391"/>
          <a:ext cx="3628565" cy="165451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Where should new charging stations be located?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What should be the capacity of each newly introduced charging station?</a:t>
          </a:r>
        </a:p>
      </dsp:txBody>
      <dsp:txXfrm>
        <a:off x="1576371" y="2027205"/>
        <a:ext cx="3008122" cy="1240887"/>
      </dsp:txXfrm>
    </dsp:sp>
    <dsp:sp modelId="{A94E3AA1-E99C-46B1-A036-A8D86D62A0AC}">
      <dsp:nvSpPr>
        <dsp:cNvPr id="0" name=""/>
        <dsp:cNvSpPr/>
      </dsp:nvSpPr>
      <dsp:spPr>
        <a:xfrm>
          <a:off x="259753" y="2022639"/>
          <a:ext cx="1316618" cy="12500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Introduce a new charging station</a:t>
          </a:r>
        </a:p>
      </dsp:txBody>
      <dsp:txXfrm>
        <a:off x="320774" y="2083660"/>
        <a:ext cx="1194576" cy="11279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C5F1E-ECB9-4307-8787-AD3F176355B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4175B-73AA-441A-A55A-48708787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7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4175B-73AA-441A-A55A-48708787D1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4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777F4-E6A0-9D63-E5DC-103827105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86522-363C-552B-B1F9-206B759B4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9215B-00DA-4FEE-1293-E6F0EEA8D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DF481-20EE-1864-8554-74B22BA5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12AE-194A-4C9D-33AA-179AF11D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8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4731-D06C-65A6-55D2-99E9667B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A8F8D-A90A-40FB-1706-37E300961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E836F-A2F8-568A-0260-4642F175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38DD7-C1CD-3C66-530E-632A3E66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EBFDA-49F3-15CC-0122-18050C44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3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21C6-D2F9-D120-ABFC-6B76B295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47321-D62B-4D22-CEB5-8BA5512F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6A906-D9DB-00B6-7620-43BD29F1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4C496-AD68-E6B0-D65E-E715ED65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16FA0-C3A0-9168-562C-92817C25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0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AE48-09CE-4670-C13D-CB373D84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F0F6F-F6B8-F2DD-8C7C-BF41AAC53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3890C-2C6E-D9BC-ADF4-B51BF1BCE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C858B-8D9E-7253-E409-A00CF6CF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7A503-CD63-6A72-CEFD-914EBDC1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5A469-B9BA-354A-3C77-9D409036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5B0A-B27A-B267-1FB5-32CACB30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96F45-5CBF-B717-5B0A-D5CC6017B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E5EE4-E47F-87A2-F683-D63BB5DA5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BE313-BE05-805B-B998-A032777F4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C9E82-2B7A-237F-FEE2-C80DAB4D0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074D90-9E2D-33D8-DFB2-1B1FD700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30F72-ECDD-1C93-31A8-16D9BFC4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7C634-3C42-E63C-B2E8-A747424F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3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84EC-2492-BE05-3AF5-C7CC1839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3BC81-4BDE-15BA-61A5-FAF707AEE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77B24-F8BC-C48D-AA01-67E3BE48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3315B-164E-81F0-6887-F5040C12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9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A13D5-DB1C-4DBD-02BD-A10BB019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F5F80-1CB7-80BC-3995-FE6F20EF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8DCFF-1078-B94A-2614-3AB0C939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3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445D-96B8-0A68-CF2F-92FABCE0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750C6-D7A1-2D42-7F60-6C4B3BA05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2C21D-70B9-4F4A-58F5-A37B22CFB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04CBB-60FE-5C3A-3F8D-F08855ED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20E90-AF20-C474-4C26-5FA8716E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36DB0-4F10-A8C4-5621-37073F80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1943-26CF-EAB9-A1F7-210968BA3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F1CCBD-1ED5-5D33-0ABC-B5601F831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04BDB-135B-472D-8905-8E28276E8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21769-7A80-C4C6-4E3F-070888AE5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C5863-AA40-C5D2-7418-86D6E954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B218-23CB-D6ED-84A5-BA69FAB8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CC6C-4C24-DC4B-A0E3-6B657EF1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B7914-B300-5CA2-0006-E0DAAD161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A48B4-717E-E20D-DB83-5BCD02E1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0874A-6AC0-3CBB-551A-3206CDF9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547A-3600-131D-45CD-FB0674D4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1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13A8B-AC5B-4E76-78D4-57EAF3444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FC7C7-A8F7-2A34-621B-2C2142C08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8D07-F685-C1C4-E40F-B4ECE474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BA1F3-62ED-B453-0C50-4BB42D9C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70944-71AE-C7E2-F221-729D81C6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8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897819-9ADE-7C48-E038-33F7934D0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A78D2-531D-C202-8570-84D37931E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383F1-1C2F-F2E5-1C0E-7BBEEE3A4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49C24-0ADC-4F78-8E60-765F346B4C1B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A91AA-08FD-3CDC-9F63-C2B901C09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2A0B2-9B09-CA4E-BF10-FB0B26528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68DD8-819E-4B4D-B491-61C295A8C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9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icct.org/publication/assessment-of-us-ev-charging-needs-and-announced-deployment-through-2032-mar24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4FBB-B0E5-8165-49AA-726ED6EF5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Studies</a:t>
            </a:r>
          </a:p>
        </p:txBody>
      </p:sp>
    </p:spTree>
    <p:extLst>
      <p:ext uri="{BB962C8B-B14F-4D97-AF65-F5344CB8AC3E}">
        <p14:creationId xmlns:p14="http://schemas.microsoft.com/office/powerpoint/2010/main" val="326967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C8AA-0FB7-CB34-3B25-418EB88C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chargers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85F22-DEEF-63A2-FACA-C3FE26FB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main types of chargers mainly: Level 1, 2, DCFC. </a:t>
            </a:r>
          </a:p>
          <a:p>
            <a:r>
              <a:rPr lang="en-US" dirty="0"/>
              <a:t>Add this intro paragraph (page 4 of ICCT – Assessment paper)</a:t>
            </a:r>
          </a:p>
          <a:p>
            <a:r>
              <a:rPr lang="en-US" dirty="0"/>
              <a:t>With increasing BEV adoption, more reliance on the public Level 2 and DC chargers will rise from 2025 – 2032</a:t>
            </a:r>
          </a:p>
          <a:p>
            <a:r>
              <a:rPr lang="en-US" dirty="0"/>
              <a:t>Level 2 at home, workplace, public: 7.2 kW/ 14 kW</a:t>
            </a:r>
          </a:p>
          <a:p>
            <a:r>
              <a:rPr lang="en-US" dirty="0"/>
              <a:t>DCFC: 50 kW, 150 kW, 350 kW.</a:t>
            </a:r>
          </a:p>
        </p:txBody>
      </p:sp>
    </p:spTree>
    <p:extLst>
      <p:ext uri="{BB962C8B-B14F-4D97-AF65-F5344CB8AC3E}">
        <p14:creationId xmlns:p14="http://schemas.microsoft.com/office/powerpoint/2010/main" val="317131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BB79-8CA4-D04D-71EE-40F22AAB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Non-home Charging Needs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86201B-098D-FDA0-D9A6-6AF93F654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01177" cy="4351338"/>
          </a:xfrm>
        </p:spPr>
        <p:txBody>
          <a:bodyPr/>
          <a:lstStyle/>
          <a:p>
            <a:r>
              <a:rPr lang="en-US" dirty="0"/>
              <a:t>414,000 from 2023 to 2.7 M in 2030 and 3.8 M in 2032.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F155EB08-D9AB-692D-0BBE-CC8ECC1FB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167" y="1792973"/>
            <a:ext cx="6687099" cy="44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F15F-7FED-9FB1-8E68-DCD4CA12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Newly installed chargers by type and power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19CB6-18C2-B8AC-8292-45226A300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15" y="1557178"/>
            <a:ext cx="9030164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1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85FE-9868-E9E7-1453-9C303ADB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2 expansion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7D5C0-8D0F-2B48-32E6-5E4E7D55E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3" y="1578378"/>
            <a:ext cx="7728857" cy="51213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6F437B-49EE-6A56-9847-FD3FB9914AC6}"/>
              </a:ext>
            </a:extLst>
          </p:cNvPr>
          <p:cNvSpPr txBox="1"/>
          <p:nvPr/>
        </p:nvSpPr>
        <p:spPr>
          <a:xfrm>
            <a:off x="8686800" y="5680231"/>
            <a:ext cx="3374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Reference: </a:t>
            </a:r>
            <a:r>
              <a:rPr lang="en-US" sz="12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of U.S. electric vehicle charging needs and announced deployments through 2032, ICCT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90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0790-9C23-566F-2BE2-85F8E508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to install chargers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73E7-0B24-2639-2A6F-B5FEFB49C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Hardware cost (per charger): $ 3127 for Level 2 (networked). </a:t>
            </a:r>
          </a:p>
          <a:p>
            <a:r>
              <a:rPr lang="en-US" dirty="0"/>
              <a:t>Installation costs: 	</a:t>
            </a:r>
          </a:p>
          <a:p>
            <a:pPr lvl="1"/>
            <a:r>
              <a:rPr lang="en-US" dirty="0"/>
              <a:t>1 port per site: $ 2836</a:t>
            </a:r>
          </a:p>
          <a:p>
            <a:pPr lvl="1"/>
            <a:r>
              <a:rPr lang="en-US" dirty="0"/>
              <a:t>2 ports per site: $ 3020</a:t>
            </a:r>
          </a:p>
          <a:p>
            <a:pPr lvl="1"/>
            <a:r>
              <a:rPr lang="en-US" dirty="0"/>
              <a:t>3-5 ports per site: $ 3090</a:t>
            </a:r>
          </a:p>
          <a:p>
            <a:pPr lvl="1"/>
            <a:r>
              <a:rPr lang="en-US" dirty="0"/>
              <a:t>6+ ports per site: $ 2305</a:t>
            </a:r>
          </a:p>
          <a:p>
            <a:pPr lvl="1"/>
            <a:endParaRPr lang="en-US" dirty="0"/>
          </a:p>
          <a:p>
            <a:r>
              <a:rPr lang="en-US" dirty="0"/>
              <a:t>Different cases depending on expansion plans:</a:t>
            </a:r>
          </a:p>
          <a:p>
            <a:pPr lvl="1"/>
            <a:r>
              <a:rPr lang="en-US" dirty="0"/>
              <a:t>Experiment and cases: Expansion existing stations and the introduction of new stations</a:t>
            </a:r>
          </a:p>
          <a:p>
            <a:pPr lvl="1"/>
            <a:r>
              <a:rPr lang="en-US" dirty="0"/>
              <a:t>Number of ports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1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3C74-1BFB-3B81-A331-58FE83BD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8D634-80B1-745A-FE1D-2FA6E714D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1: Newly open stations with fixed ports </a:t>
            </a:r>
          </a:p>
          <a:p>
            <a:r>
              <a:rPr lang="en-US" dirty="0"/>
              <a:t>Experiment 2: Newly opened stations with variable ports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EC2A2-5587-52FA-82BD-6B7DA603A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98" y="3003081"/>
            <a:ext cx="4364865" cy="369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4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5FA35-743F-9DE2-AAE5-DE24FBE5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Initial costs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D5958-F106-EE55-D6F1-4F96EA961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180" y="2713331"/>
            <a:ext cx="5744852" cy="3346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EDB08C-0E75-F1AF-C879-C199AD6DD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13331"/>
            <a:ext cx="5828261" cy="33366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EFC87D-80D9-68C0-66F5-5789BDB8968D}"/>
              </a:ext>
            </a:extLst>
          </p:cNvPr>
          <p:cNvSpPr/>
          <p:nvPr/>
        </p:nvSpPr>
        <p:spPr>
          <a:xfrm>
            <a:off x="2813050" y="3331027"/>
            <a:ext cx="679450" cy="279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F241C-A1A0-6A29-D3F1-82695FFD68E8}"/>
              </a:ext>
            </a:extLst>
          </p:cNvPr>
          <p:cNvSpPr txBox="1"/>
          <p:nvPr/>
        </p:nvSpPr>
        <p:spPr>
          <a:xfrm>
            <a:off x="2188030" y="6146799"/>
            <a:ext cx="819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 1 (Case 4)   	                                              Experiment 2 (case 3)</a:t>
            </a:r>
          </a:p>
        </p:txBody>
      </p:sp>
    </p:spTree>
    <p:extLst>
      <p:ext uri="{BB962C8B-B14F-4D97-AF65-F5344CB8AC3E}">
        <p14:creationId xmlns:p14="http://schemas.microsoft.com/office/powerpoint/2010/main" val="10975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43E99-EDC2-4403-CE3D-C806F971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A2C10-6ACB-A11C-5FEC-0EE3ACA20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Travel Cost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F7EA2-4DE6-00DB-EE4E-3681264C1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363885"/>
            <a:ext cx="5828261" cy="3292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0B1072-8178-7CC0-9E16-EC9EFB95B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363885"/>
            <a:ext cx="5828261" cy="32929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324961-31AA-65D2-45BC-DB25E8319AC5}"/>
              </a:ext>
            </a:extLst>
          </p:cNvPr>
          <p:cNvSpPr/>
          <p:nvPr/>
        </p:nvSpPr>
        <p:spPr>
          <a:xfrm>
            <a:off x="2959100" y="3824516"/>
            <a:ext cx="577850" cy="2019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CE30D-A9DE-2871-93CF-8A488204AFB8}"/>
              </a:ext>
            </a:extLst>
          </p:cNvPr>
          <p:cNvSpPr txBox="1"/>
          <p:nvPr/>
        </p:nvSpPr>
        <p:spPr>
          <a:xfrm>
            <a:off x="2220688" y="6027055"/>
            <a:ext cx="819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 1 						 Experiment 2</a:t>
            </a:r>
          </a:p>
        </p:txBody>
      </p:sp>
    </p:spTree>
    <p:extLst>
      <p:ext uri="{BB962C8B-B14F-4D97-AF65-F5344CB8AC3E}">
        <p14:creationId xmlns:p14="http://schemas.microsoft.com/office/powerpoint/2010/main" val="186988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921C-4948-5BA4-09CB-0774B58B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6D494-8262-2FD7-7640-A2DF3C7C8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36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3F1E-A769-5571-0982-0B418745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Establishment cost + travel costs: </a:t>
            </a:r>
            <a:r>
              <a:rPr lang="en-US" dirty="0" err="1"/>
              <a:t>Expt</a:t>
            </a:r>
            <a:r>
              <a:rPr lang="en-US" dirty="0"/>
              <a:t>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C1DD1-76B3-CD27-1DAF-05D0D52DF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1" y="2304087"/>
            <a:ext cx="5977098" cy="350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84C7C-C9E9-E5E0-B835-068CCB67A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136" y="2304087"/>
            <a:ext cx="5947524" cy="343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83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F529-1535-2CC1-EE93-247024C2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637F5-B472-879C-F8A1-BA51DA5F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Establishment cost + travel costs: </a:t>
            </a:r>
            <a:r>
              <a:rPr lang="en-US" dirty="0" err="1"/>
              <a:t>Expt</a:t>
            </a:r>
            <a:r>
              <a:rPr lang="en-US" dirty="0"/>
              <a:t>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5882C-B623-DC52-4B5B-5A635A75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49" y="2342165"/>
            <a:ext cx="5778851" cy="3338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FB83E7-508A-E2F2-7C19-E561F4AC0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77" y="2383999"/>
            <a:ext cx="5730525" cy="333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62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A1C7-A580-16B7-7C23-754F6B98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80C88-F0E2-E1BC-9890-CB0E3519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06"/>
            <a:ext cx="10515600" cy="1325563"/>
          </a:xfrm>
        </p:spPr>
        <p:txBody>
          <a:bodyPr/>
          <a:lstStyle/>
          <a:p>
            <a:r>
              <a:rPr lang="en-US" dirty="0"/>
              <a:t>Establishment cost + travel costs: </a:t>
            </a:r>
            <a:r>
              <a:rPr lang="en-US" dirty="0" err="1"/>
              <a:t>Expt</a:t>
            </a:r>
            <a:r>
              <a:rPr lang="en-US" dirty="0"/>
              <a:t>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E398A-D667-DB15-DF9D-A254ED1A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5" y="1492838"/>
            <a:ext cx="5995090" cy="3432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F064DC-83D6-DB1A-3DA7-DCFA84A1F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081" y="1158130"/>
            <a:ext cx="4769095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76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89A1D55-2EC5-7F81-8641-48C0FB83B934}"/>
              </a:ext>
            </a:extLst>
          </p:cNvPr>
          <p:cNvGrpSpPr/>
          <p:nvPr/>
        </p:nvGrpSpPr>
        <p:grpSpPr>
          <a:xfrm>
            <a:off x="-55072" y="1201975"/>
            <a:ext cx="11921323" cy="3963338"/>
            <a:chOff x="-306352" y="1201975"/>
            <a:chExt cx="12522215" cy="4285814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4D2B0E60-2155-392B-79E8-F05AED799C3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21628604"/>
                </p:ext>
              </p:extLst>
            </p:nvPr>
          </p:nvGraphicFramePr>
          <p:xfrm>
            <a:off x="-306352" y="1465832"/>
            <a:ext cx="5740136" cy="37581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67D99A-491F-5E8C-F99E-55655CD82528}"/>
                </a:ext>
              </a:extLst>
            </p:cNvPr>
            <p:cNvSpPr/>
            <p:nvPr/>
          </p:nvSpPr>
          <p:spPr>
            <a:xfrm>
              <a:off x="5161160" y="1201975"/>
              <a:ext cx="3127107" cy="42858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u="sng" dirty="0"/>
                <a:t>Objective function</a:t>
              </a:r>
              <a:r>
                <a:rPr lang="en-US" dirty="0"/>
                <a:t>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Minimize the fixed establishment cost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Minimize cost per charging 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Minimize waiting time at charging stations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Minimize travel distance for EV users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 grid nodes such that power grid is not overloaded.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DA49101-CC59-69D1-4141-0281A8831DC1}"/>
                </a:ext>
              </a:extLst>
            </p:cNvPr>
            <p:cNvSpPr/>
            <p:nvPr/>
          </p:nvSpPr>
          <p:spPr>
            <a:xfrm>
              <a:off x="9088757" y="1201975"/>
              <a:ext cx="3127106" cy="42858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u="sng" dirty="0"/>
                <a:t>Constraint sets</a:t>
              </a:r>
              <a:r>
                <a:rPr lang="en-US" dirty="0"/>
                <a:t>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Limit maximum traffic at new and existing charging stations.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Ensure the demand at new and existing stations is met within capacity limits.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Budget constraint.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Limit the number of maximum ports per charging station.</a:t>
              </a:r>
            </a:p>
          </p:txBody>
        </p:sp>
        <p:sp>
          <p:nvSpPr>
            <p:cNvPr id="14" name="Arrow: Left 13">
              <a:extLst>
                <a:ext uri="{FF2B5EF4-FFF2-40B4-BE49-F238E27FC236}">
                  <a16:creationId xmlns:a16="http://schemas.microsoft.com/office/drawing/2014/main" id="{B2437BA2-004C-EEA6-0683-941D7DE2E72D}"/>
                </a:ext>
              </a:extLst>
            </p:cNvPr>
            <p:cNvSpPr/>
            <p:nvPr/>
          </p:nvSpPr>
          <p:spPr>
            <a:xfrm>
              <a:off x="8281163" y="2942959"/>
              <a:ext cx="788164" cy="686156"/>
            </a:xfrm>
            <a:prstGeom prst="leftArrow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905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6E8B-5F09-95EC-8FB9-1761E516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AD4A8C7-DDFB-F836-4EB8-77E737143A5D}"/>
              </a:ext>
            </a:extLst>
          </p:cNvPr>
          <p:cNvGrpSpPr/>
          <p:nvPr/>
        </p:nvGrpSpPr>
        <p:grpSpPr>
          <a:xfrm>
            <a:off x="-55072" y="1445979"/>
            <a:ext cx="11753808" cy="3475332"/>
            <a:chOff x="-306352" y="1465832"/>
            <a:chExt cx="12346256" cy="3758100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8E3EF0E5-86A5-6EA1-F4F5-33FF4705703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53035146"/>
                </p:ext>
              </p:extLst>
            </p:nvPr>
          </p:nvGraphicFramePr>
          <p:xfrm>
            <a:off x="-306352" y="1465832"/>
            <a:ext cx="5740136" cy="37581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590EEEE-2C20-DD8C-0E78-64368D4AF1CC}"/>
                </a:ext>
              </a:extLst>
            </p:cNvPr>
            <p:cNvSpPr/>
            <p:nvPr/>
          </p:nvSpPr>
          <p:spPr>
            <a:xfrm>
              <a:off x="5161160" y="1700141"/>
              <a:ext cx="3127107" cy="337249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u="sng" dirty="0"/>
                <a:t>Objective function</a:t>
              </a:r>
              <a:r>
                <a:rPr lang="en-US" dirty="0"/>
                <a:t>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Minimize the total cost.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Minimize waiting time at charging stations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Minimize travel distance for EV users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Prevent the power grid from overload.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C03AAB8-C7FB-40D6-3D85-311DFA4290C2}"/>
                </a:ext>
              </a:extLst>
            </p:cNvPr>
            <p:cNvSpPr/>
            <p:nvPr/>
          </p:nvSpPr>
          <p:spPr>
            <a:xfrm>
              <a:off x="9088757" y="1706197"/>
              <a:ext cx="2951147" cy="329851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u="sng" dirty="0"/>
                <a:t>Constraint sets</a:t>
              </a:r>
              <a:r>
                <a:rPr lang="en-US" dirty="0"/>
                <a:t>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Limit maximum traffic.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Ensure the charging demand is met.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Budget constraint.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Limit the number of maximum ports per charging station.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8" name="Arrow: Left 7">
              <a:extLst>
                <a:ext uri="{FF2B5EF4-FFF2-40B4-BE49-F238E27FC236}">
                  <a16:creationId xmlns:a16="http://schemas.microsoft.com/office/drawing/2014/main" id="{EA2FAB50-97B9-3348-5684-ADA0EE12B032}"/>
                </a:ext>
              </a:extLst>
            </p:cNvPr>
            <p:cNvSpPr/>
            <p:nvPr/>
          </p:nvSpPr>
          <p:spPr>
            <a:xfrm>
              <a:off x="8281163" y="2942959"/>
              <a:ext cx="788164" cy="686156"/>
            </a:xfrm>
            <a:prstGeom prst="leftArrow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9453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3149</TotalTime>
  <Words>503</Words>
  <Application>Microsoft Office PowerPoint</Application>
  <PresentationFormat>Widescreen</PresentationFormat>
  <Paragraphs>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Case Studies</vt:lpstr>
      <vt:lpstr>Types of chargers  </vt:lpstr>
      <vt:lpstr>US Non-home Charging Needs</vt:lpstr>
      <vt:lpstr>Newly installed chargers by type and power</vt:lpstr>
      <vt:lpstr>Level 2 expansion </vt:lpstr>
      <vt:lpstr>Cost to install chargers </vt:lpstr>
      <vt:lpstr>Experiments</vt:lpstr>
      <vt:lpstr>Initial costs</vt:lpstr>
      <vt:lpstr>Travel Cost</vt:lpstr>
      <vt:lpstr>PowerPoint Presentation</vt:lpstr>
      <vt:lpstr>Establishment cost + travel costs: Expt 1</vt:lpstr>
      <vt:lpstr>Establishment cost + travel costs: Expt 2</vt:lpstr>
      <vt:lpstr>Establishment cost + travel costs: Expt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Kaushik, Harshal</dc:creator>
  <cp:lastModifiedBy>Kaushik, Harshal</cp:lastModifiedBy>
  <cp:revision>12</cp:revision>
  <dcterms:created xsi:type="dcterms:W3CDTF">2025-05-14T15:29:28Z</dcterms:created>
  <dcterms:modified xsi:type="dcterms:W3CDTF">2025-05-28T03:42:11Z</dcterms:modified>
</cp:coreProperties>
</file>